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48" autoAdjust="0"/>
  </p:normalViewPr>
  <p:slideViewPr>
    <p:cSldViewPr snapToGrid="0" snapToObjects="1">
      <p:cViewPr varScale="1">
        <p:scale>
          <a:sx n="53" d="100"/>
          <a:sy n="53" d="100"/>
        </p:scale>
        <p:origin x="1660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2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안녕하세요. C# 기반 기업용 시스템 개발을 약 20년 동안 수행해 온 지원자입니다.</a:t>
            </a:r>
          </a:p>
          <a:p>
            <a:r>
              <a:t>ERP, 그룹웨어, 기업 솔루션 등 다양한 엔터프라이즈 시스템을 개발하고 운영해 왔습니다.</a:t>
            </a:r>
          </a:p>
          <a:p>
            <a:r>
              <a:t>이번 포지션은 C# WinForm과 Oracle 기반 MES 운영·개발 업무로 이해하고 있습니다.</a:t>
            </a:r>
          </a:p>
          <a:p>
            <a:r>
              <a:t>면접을 준비하면서 MES 구조를 정리했고 LOT Trace 통합조회 데모 프로그램을 직접 만들어 보았습니다.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자동차 부품 제조기업은 ERP 중심 구조로 여러 시스템이 연결됩니다.</a:t>
            </a:r>
          </a:p>
          <a:p>
            <a:r>
              <a:t>OEM에서 생산 계획이 전달되면 ERP에서 생산 계획을 수립하고 MES에서 실제 생산이 실행됩니다.</a:t>
            </a:r>
          </a:p>
          <a:p>
            <a:r>
              <a:t>품질 데이터는 QMS에서 관리되고 EIS에서 KPI 분석에 활용됩니다.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현대차 생산 계획은 EDI 메시지를 통해 협력사로 전달됩니다.</a:t>
            </a:r>
          </a:p>
          <a:p>
            <a:r>
              <a:t>ERP에서 생산 계획을 생성하고 MES에서 실제 생산이 수행됩니다.</a:t>
            </a:r>
          </a:p>
          <a:p>
            <a:r>
              <a:t>생산 과정의 품질 데이터는 QMS에서 관리되고 KPI 분석에 활용됩니다.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MES는 ERP 생산 계획을 실제 생산으로 실행하는 시스템입니다.</a:t>
            </a:r>
          </a:p>
          <a:p>
            <a:r>
              <a:t>특히 자동차 산업에서는 LOT 단위 추적 기능인 Traceability가 매우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 데이터 모델은 LOT 중심 구조입니다.</a:t>
            </a:r>
          </a:p>
          <a:p>
            <a:r>
              <a:t>LOT가 여러 공정을 거치며 그 이력이 PROCESS_HISTORY에 기록됩니다.</a:t>
            </a:r>
          </a:p>
          <a:p>
            <a:r>
              <a:t>불량 정보와 자재 사용 정보도 별도 테이블로 관리됩니다.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LOT Traceability는 특정 LOT의 생산 이력을 추적하는 기능입니다.</a:t>
            </a:r>
          </a:p>
          <a:p>
            <a:r>
              <a:t>품질 문제 발생 시 원인을 빠르게 파악할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 구조 이해를 위해 LOT Trace 통합조회 데모 프로그램을 구현했습니다.</a:t>
            </a:r>
          </a:p>
          <a:p>
            <a:r>
              <a:t>검색 조건을 입력하면 Oracle 프로시저를 호출하여 Trace 데이터를 조회합니다.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데모 프로그램은 MES에서 일반적으로 사용하는 3계층 구조를 단순화해 구현했습니다.</a:t>
            </a:r>
          </a:p>
          <a:p>
            <a:r>
              <a:t>클라이언트에서 Oracle 프로시저를 호출하고 결과를 Grid에 바인딩합니다.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입사 후에는 먼저 시스템 구조와 데이터 모델을 이해하는 데 집중하겠습니다.</a:t>
            </a:r>
          </a:p>
          <a:p>
            <a:r>
              <a:t>이후 핵심 모듈 유지보수와 개선 작업을 수행하며 시스템 안정화에 기여하겠습니다.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7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7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2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8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4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8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1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03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8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04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38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16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1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8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0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LOT Trace 시스템 이해 및 데모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모베이스전자 / 모베이스시스템 MES 운영·개발 지원</a:t>
            </a:r>
          </a:p>
          <a:p>
            <a:r>
              <a:t>C# WinForm · Oracle · DevExpress</a:t>
            </a:r>
          </a:p>
          <a:p>
            <a:r>
              <a:t>Enterprise 시스템 개발 20년 경험</a:t>
            </a:r>
          </a:p>
          <a:p>
            <a:r>
              <a:t>LOT Trace 조회 데모 프로그램 직접 구현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자동차 부품 제조 IT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OEM → EDI → SCM / ERP → MES → QMS → EIS 구조</a:t>
            </a:r>
          </a:p>
          <a:p>
            <a:r>
              <a:t>ERP : 수주 · 생산계획 · MRP</a:t>
            </a:r>
          </a:p>
          <a:p>
            <a:r>
              <a:t>MES : 생산 실행 및 공정 관리</a:t>
            </a:r>
          </a:p>
          <a:p>
            <a:r>
              <a:t>QMS : 검사 및 불량 관리</a:t>
            </a:r>
          </a:p>
          <a:p>
            <a:r>
              <a:t>EIS : KPI 분석 및 경영 지표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OEM → 협력사 생산 프로세스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현대차 EDI 메시지 수신</a:t>
            </a:r>
          </a:p>
          <a:p>
            <a:r>
              <a:t>ERP 생산 계획 및 MRP 수행</a:t>
            </a:r>
          </a:p>
          <a:p>
            <a:r>
              <a:t>MES 작업지시 실행 및 생산 실적 수집</a:t>
            </a:r>
          </a:p>
          <a:p>
            <a:r>
              <a:t>QMS 검사 및 불량 관리</a:t>
            </a:r>
          </a:p>
          <a:p>
            <a:r>
              <a:t>ERP/EIS KPI 분석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핵심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생산오더 실행</a:t>
            </a:r>
          </a:p>
          <a:p>
            <a:r>
              <a:t>공정 및 설비 관리</a:t>
            </a:r>
          </a:p>
          <a:p>
            <a:r>
              <a:t>작업자 관리</a:t>
            </a:r>
          </a:p>
          <a:p>
            <a:r>
              <a:t>생산 실적 수집</a:t>
            </a:r>
          </a:p>
          <a:p>
            <a:r>
              <a:t>LOT Traceability 확보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데이터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WORK_ORDER : 생산 오더</a:t>
            </a:r>
          </a:p>
          <a:p>
            <a:r>
              <a:t>LOT_MASTER : LOT 기본 정보</a:t>
            </a:r>
          </a:p>
          <a:p>
            <a:r>
              <a:t>PROCESS_HISTORY : 공정 이력</a:t>
            </a:r>
          </a:p>
          <a:p>
            <a:r>
              <a:t>DEFECT_LOG : 불량 기록</a:t>
            </a:r>
          </a:p>
          <a:p>
            <a:r>
              <a:t>MATERIAL_USAGE : 자재 투입 관계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 Traceability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LOT 기준 공정 이력 조회</a:t>
            </a:r>
          </a:p>
          <a:p>
            <a:r>
              <a:t>불량 발생 기록 추적</a:t>
            </a:r>
          </a:p>
          <a:p>
            <a:r>
              <a:t>자재 LOT 사용 관계 추적</a:t>
            </a:r>
          </a:p>
          <a:p>
            <a:r>
              <a:t>출하 정보 추적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 Trace 통합조회 데모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C# WinForm + DevExpress Grid</a:t>
            </a:r>
          </a:p>
          <a:p>
            <a:r>
              <a:t>Oracle PL/SQL 프로시저 기반 조회</a:t>
            </a:r>
          </a:p>
          <a:p>
            <a:r>
              <a:t>검색 조건 기반 LOT Trace 조회</a:t>
            </a:r>
          </a:p>
          <a:p>
            <a:r>
              <a:t>공정 / 불량 / 자재 정보 통합 조회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45" y="4150518"/>
            <a:ext cx="4757695" cy="25860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아키텍처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WinForm Client (DevExpress UI)</a:t>
            </a:r>
          </a:p>
          <a:p>
            <a:r>
              <a:t>ODP.NET 데이터 접근</a:t>
            </a:r>
          </a:p>
          <a:p>
            <a:r>
              <a:t>PL/SQL Stored Procedure</a:t>
            </a:r>
          </a:p>
          <a:p>
            <a:r>
              <a:t>Oracle MES Database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012" y="3731274"/>
            <a:ext cx="4486553" cy="28695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입사 후 기여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1주 : 시스템 아키텍처 및 ERD 분석</a:t>
            </a:r>
          </a:p>
          <a:p>
            <a:r>
              <a:t>1개월 : 핵심 모듈 유지보수 참여</a:t>
            </a:r>
          </a:p>
          <a:p>
            <a:r>
              <a:t>3개월 : 성능 및 운영 개선 과제 수행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65970" y="5681246"/>
            <a:ext cx="79291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u="sng"/>
              <a:t>https://github.com/kimchanj/MINI_MES/tree/main/MiniMes.LotTraceSample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513</Words>
  <Application>Microsoft Office PowerPoint</Application>
  <PresentationFormat>화면 슬라이드 쇼(4:3)</PresentationFormat>
  <Paragraphs>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Century Gothic</vt:lpstr>
      <vt:lpstr>Wingdings 3</vt:lpstr>
      <vt:lpstr>이온(회의실)</vt:lpstr>
      <vt:lpstr>MES LOT Trace 시스템 이해 및 데모</vt:lpstr>
      <vt:lpstr>자동차 부품 제조 IT 아키텍처</vt:lpstr>
      <vt:lpstr>OEM → 협력사 생산 프로세스</vt:lpstr>
      <vt:lpstr>MES 핵심 역할</vt:lpstr>
      <vt:lpstr>MES 데이터 모델</vt:lpstr>
      <vt:lpstr>LOT Traceability 개념</vt:lpstr>
      <vt:lpstr>LOT Trace 통합조회 데모</vt:lpstr>
      <vt:lpstr>시스템 아키텍처 구조</vt:lpstr>
      <vt:lpstr>입사 후 기여 계획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 LOT Trace 시스템 이해 및 데모</dc:title>
  <dc:subject/>
  <dc:creator/>
  <cp:keywords/>
  <dc:description>generated using python-pptx</dc:description>
  <cp:lastModifiedBy>chanjoong kim</cp:lastModifiedBy>
  <cp:revision>5</cp:revision>
  <dcterms:created xsi:type="dcterms:W3CDTF">2013-01-27T09:14:16Z</dcterms:created>
  <dcterms:modified xsi:type="dcterms:W3CDTF">2026-03-11T16:57:17Z</dcterms:modified>
  <cp:category/>
</cp:coreProperties>
</file>